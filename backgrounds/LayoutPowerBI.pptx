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5A5A6"/>
    <a:srgbClr val="2D6A9F"/>
    <a:srgbClr val="1E2A3A"/>
    <a:srgbClr val="F4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22363"/>
            <a:ext cx="91451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02038"/>
            <a:ext cx="91451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8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0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09739"/>
            <a:ext cx="105169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89464"/>
            <a:ext cx="1051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2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25625"/>
            <a:ext cx="51822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25625"/>
            <a:ext cx="51822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9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5126"/>
            <a:ext cx="105169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81163"/>
            <a:ext cx="515845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05075"/>
            <a:ext cx="515845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81163"/>
            <a:ext cx="51838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05075"/>
            <a:ext cx="518386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4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2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7426"/>
            <a:ext cx="617300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8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987426"/>
            <a:ext cx="617300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3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5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5125"/>
            <a:ext cx="262924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5125"/>
            <a:ext cx="773530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8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12BE2-A908-4C6B-89FD-B78E2A0E243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4EE76-5D25-4EB9-894F-B36A05D47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F828-B2B2-8996-11C1-5CEA183DF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7A26F-27BF-E73B-8FC6-5E0C33EBE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361E4-EF9C-46E5-4A0A-9DF773B93A0D}"/>
              </a:ext>
            </a:extLst>
          </p:cNvPr>
          <p:cNvSpPr/>
          <p:nvPr/>
        </p:nvSpPr>
        <p:spPr>
          <a:xfrm>
            <a:off x="0" y="-1"/>
            <a:ext cx="12193588" cy="6798365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5261AF-6D2A-4171-6C04-9BA933A3831F}"/>
              </a:ext>
            </a:extLst>
          </p:cNvPr>
          <p:cNvSpPr/>
          <p:nvPr/>
        </p:nvSpPr>
        <p:spPr>
          <a:xfrm>
            <a:off x="0" y="0"/>
            <a:ext cx="12193588" cy="711926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</a:t>
            </a: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Executiva</a:t>
            </a:r>
            <a:endParaRPr lang="en-US" sz="280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5F90DD-C333-A97B-4B16-6CCCF9EC6F2F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5CD7C-E062-E86A-FFCB-07B48C810037}"/>
              </a:ext>
            </a:extLst>
          </p:cNvPr>
          <p:cNvSpPr txBox="1"/>
          <p:nvPr/>
        </p:nvSpPr>
        <p:spPr>
          <a:xfrm>
            <a:off x="9329119" y="171297"/>
            <a:ext cx="286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95A5A6"/>
                </a:solidFill>
              </a:rPr>
              <a:t>Análise</a:t>
            </a:r>
            <a:r>
              <a:rPr lang="en-US" dirty="0">
                <a:solidFill>
                  <a:srgbClr val="95A5A6"/>
                </a:solidFill>
              </a:rPr>
              <a:t> </a:t>
            </a:r>
            <a:r>
              <a:rPr lang="en-US" dirty="0" err="1">
                <a:solidFill>
                  <a:srgbClr val="95A5A6"/>
                </a:solidFill>
              </a:rPr>
              <a:t>Comercial</a:t>
            </a:r>
            <a:r>
              <a:rPr lang="en-US" dirty="0">
                <a:solidFill>
                  <a:srgbClr val="95A5A6"/>
                </a:solidFill>
              </a:rPr>
              <a:t> | </a:t>
            </a:r>
            <a:r>
              <a:rPr lang="en-US" dirty="0" err="1">
                <a:solidFill>
                  <a:srgbClr val="95A5A6"/>
                </a:solidFill>
              </a:rPr>
              <a:t>Varejo</a:t>
            </a:r>
            <a:endParaRPr lang="en-US" dirty="0">
              <a:solidFill>
                <a:srgbClr val="95A5A6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E36CC4-8FB7-9DB2-4902-82CF09B7793F}"/>
              </a:ext>
            </a:extLst>
          </p:cNvPr>
          <p:cNvSpPr/>
          <p:nvPr/>
        </p:nvSpPr>
        <p:spPr>
          <a:xfrm>
            <a:off x="3699801" y="999928"/>
            <a:ext cx="1438160" cy="120441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7AEA32-799D-8C4E-C9C4-18C27A795BFF}"/>
              </a:ext>
            </a:extLst>
          </p:cNvPr>
          <p:cNvSpPr/>
          <p:nvPr/>
        </p:nvSpPr>
        <p:spPr>
          <a:xfrm>
            <a:off x="5404554" y="999929"/>
            <a:ext cx="1438160" cy="120441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677571-C34D-7861-CE15-D62260B070F6}"/>
              </a:ext>
            </a:extLst>
          </p:cNvPr>
          <p:cNvSpPr/>
          <p:nvPr/>
        </p:nvSpPr>
        <p:spPr>
          <a:xfrm>
            <a:off x="284922" y="2500495"/>
            <a:ext cx="8715387" cy="4015364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4CBD72-7632-BD9F-7373-7EDD5FD19427}"/>
              </a:ext>
            </a:extLst>
          </p:cNvPr>
          <p:cNvSpPr/>
          <p:nvPr/>
        </p:nvSpPr>
        <p:spPr>
          <a:xfrm>
            <a:off x="9216465" y="2498079"/>
            <a:ext cx="2327542" cy="4015364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A5345A-0F01-1010-226C-1A6411F6ECF4}"/>
              </a:ext>
            </a:extLst>
          </p:cNvPr>
          <p:cNvSpPr/>
          <p:nvPr/>
        </p:nvSpPr>
        <p:spPr>
          <a:xfrm>
            <a:off x="7109307" y="999930"/>
            <a:ext cx="1438160" cy="120441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2AC705C-625C-9B5E-631F-25317548A90A}"/>
              </a:ext>
            </a:extLst>
          </p:cNvPr>
          <p:cNvSpPr/>
          <p:nvPr/>
        </p:nvSpPr>
        <p:spPr>
          <a:xfrm>
            <a:off x="8814060" y="1003244"/>
            <a:ext cx="2729947" cy="120441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3C2B7E-ED9E-CAF1-4CDC-96090FE7979D}"/>
              </a:ext>
            </a:extLst>
          </p:cNvPr>
          <p:cNvSpPr/>
          <p:nvPr/>
        </p:nvSpPr>
        <p:spPr>
          <a:xfrm>
            <a:off x="1995048" y="999928"/>
            <a:ext cx="1438160" cy="120441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A67407-9BE8-65B8-FF29-8628380297E0}"/>
              </a:ext>
            </a:extLst>
          </p:cNvPr>
          <p:cNvSpPr/>
          <p:nvPr/>
        </p:nvSpPr>
        <p:spPr>
          <a:xfrm>
            <a:off x="290295" y="999927"/>
            <a:ext cx="1438160" cy="120441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5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4D501-9E9C-D983-0E80-A5C09B0F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333B-B446-8C73-B6EB-395B87A36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DCADA-5AA5-D5FB-C884-E96FAA8309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391EC-2165-7905-39CD-4885F660E5C5}"/>
              </a:ext>
            </a:extLst>
          </p:cNvPr>
          <p:cNvSpPr/>
          <p:nvPr/>
        </p:nvSpPr>
        <p:spPr>
          <a:xfrm>
            <a:off x="0" y="0"/>
            <a:ext cx="12193588" cy="678615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9FF23-BD7D-94E4-9E5A-38DB499282AF}"/>
              </a:ext>
            </a:extLst>
          </p:cNvPr>
          <p:cNvSpPr/>
          <p:nvPr/>
        </p:nvSpPr>
        <p:spPr>
          <a:xfrm>
            <a:off x="0" y="0"/>
            <a:ext cx="12193588" cy="711926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Produtos</a:t>
            </a: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en-US" sz="28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Categorias</a:t>
            </a:r>
            <a:endParaRPr lang="en-US" sz="280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53A232-34B3-0E31-1FF0-22D6267FA003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AC73D-AECB-FC5F-0F5C-F352BF9E619E}"/>
              </a:ext>
            </a:extLst>
          </p:cNvPr>
          <p:cNvSpPr txBox="1"/>
          <p:nvPr/>
        </p:nvSpPr>
        <p:spPr>
          <a:xfrm>
            <a:off x="9329119" y="171297"/>
            <a:ext cx="286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95A5A6"/>
                </a:solidFill>
              </a:rPr>
              <a:t>Análise</a:t>
            </a:r>
            <a:r>
              <a:rPr lang="en-US" dirty="0">
                <a:solidFill>
                  <a:srgbClr val="95A5A6"/>
                </a:solidFill>
              </a:rPr>
              <a:t> </a:t>
            </a:r>
            <a:r>
              <a:rPr lang="en-US" dirty="0" err="1">
                <a:solidFill>
                  <a:srgbClr val="95A5A6"/>
                </a:solidFill>
              </a:rPr>
              <a:t>Comercial</a:t>
            </a:r>
            <a:r>
              <a:rPr lang="en-US" dirty="0">
                <a:solidFill>
                  <a:srgbClr val="95A5A6"/>
                </a:solidFill>
              </a:rPr>
              <a:t> | </a:t>
            </a:r>
            <a:r>
              <a:rPr lang="en-US" dirty="0" err="1">
                <a:solidFill>
                  <a:srgbClr val="95A5A6"/>
                </a:solidFill>
              </a:rPr>
              <a:t>Varejo</a:t>
            </a:r>
            <a:endParaRPr lang="en-US" dirty="0">
              <a:solidFill>
                <a:srgbClr val="95A5A6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DE763C-8CBB-2C56-D46F-3B77BE691272}"/>
              </a:ext>
            </a:extLst>
          </p:cNvPr>
          <p:cNvSpPr/>
          <p:nvPr/>
        </p:nvSpPr>
        <p:spPr>
          <a:xfrm>
            <a:off x="303417" y="990251"/>
            <a:ext cx="6825934" cy="2237229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74B9B8-EC7F-5839-6AD7-1212A477A369}"/>
              </a:ext>
            </a:extLst>
          </p:cNvPr>
          <p:cNvSpPr/>
          <p:nvPr/>
        </p:nvSpPr>
        <p:spPr>
          <a:xfrm>
            <a:off x="7344297" y="990252"/>
            <a:ext cx="4637314" cy="223723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575BAE-93BC-ECD8-053E-DC68E73DC23C}"/>
              </a:ext>
            </a:extLst>
          </p:cNvPr>
          <p:cNvSpPr/>
          <p:nvPr/>
        </p:nvSpPr>
        <p:spPr>
          <a:xfrm>
            <a:off x="303416" y="3398779"/>
            <a:ext cx="6077790" cy="310905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06A4CC-FA37-54FE-4C6D-E7F62CFE08DE}"/>
              </a:ext>
            </a:extLst>
          </p:cNvPr>
          <p:cNvSpPr/>
          <p:nvPr/>
        </p:nvSpPr>
        <p:spPr>
          <a:xfrm>
            <a:off x="6593181" y="3393077"/>
            <a:ext cx="5388429" cy="310905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5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CF0F-BE13-B97F-C9B7-349D1642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E45BB-E72C-B7A2-567C-5FBF59132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7D414-00C6-9912-524E-C599DA989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3A6A23-F048-F851-C988-6209E0443F6A}"/>
              </a:ext>
            </a:extLst>
          </p:cNvPr>
          <p:cNvSpPr/>
          <p:nvPr/>
        </p:nvSpPr>
        <p:spPr>
          <a:xfrm>
            <a:off x="0" y="0"/>
            <a:ext cx="12193588" cy="678615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FA493C-7A64-B532-3E66-E2D2BF36B9C7}"/>
              </a:ext>
            </a:extLst>
          </p:cNvPr>
          <p:cNvSpPr/>
          <p:nvPr/>
        </p:nvSpPr>
        <p:spPr>
          <a:xfrm>
            <a:off x="0" y="0"/>
            <a:ext cx="12193588" cy="711926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</a:t>
            </a: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</a:t>
            </a:r>
            <a:r>
              <a:rPr lang="en-US" sz="28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Promoções</a:t>
            </a:r>
            <a:endParaRPr lang="en-US" sz="280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A383F3-3FD3-BF8C-B685-2067728DBE00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AA3EC-D2FC-6AE5-B07C-0CAAE3B358B6}"/>
              </a:ext>
            </a:extLst>
          </p:cNvPr>
          <p:cNvSpPr txBox="1"/>
          <p:nvPr/>
        </p:nvSpPr>
        <p:spPr>
          <a:xfrm>
            <a:off x="9329119" y="171297"/>
            <a:ext cx="286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95A5A6"/>
                </a:solidFill>
              </a:rPr>
              <a:t>Análise</a:t>
            </a:r>
            <a:r>
              <a:rPr lang="en-US" dirty="0">
                <a:solidFill>
                  <a:srgbClr val="95A5A6"/>
                </a:solidFill>
              </a:rPr>
              <a:t> </a:t>
            </a:r>
            <a:r>
              <a:rPr lang="en-US" dirty="0" err="1">
                <a:solidFill>
                  <a:srgbClr val="95A5A6"/>
                </a:solidFill>
              </a:rPr>
              <a:t>Comercial</a:t>
            </a:r>
            <a:r>
              <a:rPr lang="en-US" dirty="0">
                <a:solidFill>
                  <a:srgbClr val="95A5A6"/>
                </a:solidFill>
              </a:rPr>
              <a:t> | </a:t>
            </a:r>
            <a:r>
              <a:rPr lang="en-US" dirty="0" err="1">
                <a:solidFill>
                  <a:srgbClr val="95A5A6"/>
                </a:solidFill>
              </a:rPr>
              <a:t>Varejo</a:t>
            </a:r>
            <a:endParaRPr lang="en-US" dirty="0">
              <a:solidFill>
                <a:srgbClr val="95A5A6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15229C-3CEE-E01B-C6C9-5B65AE533175}"/>
              </a:ext>
            </a:extLst>
          </p:cNvPr>
          <p:cNvSpPr/>
          <p:nvPr/>
        </p:nvSpPr>
        <p:spPr>
          <a:xfrm>
            <a:off x="303416" y="2706368"/>
            <a:ext cx="11678194" cy="1800318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3C63CE-A7EE-AB68-5242-643FBCD8A9C9}"/>
              </a:ext>
            </a:extLst>
          </p:cNvPr>
          <p:cNvSpPr/>
          <p:nvPr/>
        </p:nvSpPr>
        <p:spPr>
          <a:xfrm>
            <a:off x="3275959" y="905550"/>
            <a:ext cx="2737427" cy="157991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3065EC-5912-4A02-4423-94C76E03ABCB}"/>
              </a:ext>
            </a:extLst>
          </p:cNvPr>
          <p:cNvSpPr/>
          <p:nvPr/>
        </p:nvSpPr>
        <p:spPr>
          <a:xfrm>
            <a:off x="303417" y="915096"/>
            <a:ext cx="2737427" cy="157991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B66B35-2DB1-59A1-AAD3-17A74C2273C8}"/>
              </a:ext>
            </a:extLst>
          </p:cNvPr>
          <p:cNvSpPr/>
          <p:nvPr/>
        </p:nvSpPr>
        <p:spPr>
          <a:xfrm>
            <a:off x="6225363" y="905550"/>
            <a:ext cx="2737427" cy="157991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410670B-7DCA-E9AC-D999-44352A33D0CA}"/>
              </a:ext>
            </a:extLst>
          </p:cNvPr>
          <p:cNvSpPr/>
          <p:nvPr/>
        </p:nvSpPr>
        <p:spPr>
          <a:xfrm>
            <a:off x="303416" y="4718048"/>
            <a:ext cx="6463144" cy="1881825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34983D2-0721-0ACC-54C3-7479DE464D92}"/>
              </a:ext>
            </a:extLst>
          </p:cNvPr>
          <p:cNvSpPr/>
          <p:nvPr/>
        </p:nvSpPr>
        <p:spPr>
          <a:xfrm>
            <a:off x="6978536" y="4727594"/>
            <a:ext cx="5003074" cy="1881825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D48684-1A32-DCAE-109E-0C0AD6096755}"/>
              </a:ext>
            </a:extLst>
          </p:cNvPr>
          <p:cNvSpPr/>
          <p:nvPr/>
        </p:nvSpPr>
        <p:spPr>
          <a:xfrm>
            <a:off x="9197906" y="905550"/>
            <a:ext cx="2737427" cy="157991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44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1426</TotalTime>
  <Words>20</Words>
  <Application>Microsoft Office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Abras Gomes Marques</dc:creator>
  <cp:lastModifiedBy>Eduardo Abras Gomes Marques</cp:lastModifiedBy>
  <cp:revision>1</cp:revision>
  <dcterms:created xsi:type="dcterms:W3CDTF">2026-03-23T22:37:53Z</dcterms:created>
  <dcterms:modified xsi:type="dcterms:W3CDTF">2026-03-24T22:39:59Z</dcterms:modified>
</cp:coreProperties>
</file>